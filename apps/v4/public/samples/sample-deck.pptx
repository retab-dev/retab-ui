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SMB</c:v>
                  </c:pt>
                  <c:pt idx="1">
                    <c:v>Mid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</c:v>
                </c:pt>
                <c:pt idx="1">
                  <c:v>540</c:v>
                </c:pt>
                <c:pt idx="2">
                  <c:v>640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Prospecting</c:v>
                </c:pt>
                <c:pt idx="1">
                  <c:v>Qualified</c:v>
                </c:pt>
                <c:pt idx="2">
                  <c:v>Proposal</c:v>
                </c:pt>
                <c:pt idx="3">
                  <c:v>Closing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35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Quarterly Business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FF"/>
                </a:solidFill>
              </a:rPr>
              <a:t>Retab — sample deck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Q2 2026 highlights, pipeline, and roadmap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Revenue up 24% QoQ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3 enterprise logos signed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Document throughput doubled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Metrics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$1.2M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$1.5M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Customers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NRR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112%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121%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Docs / mo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210k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430k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Revenue by Segment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7772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Pipeline Mix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82880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515600" cy="91440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Now: PDF + Image + PPTX viewers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51560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Next: in-browser redaction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1051560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1B4B"/>
                </a:solidFill>
              </a:rPr>
              <a:t>Later: collaborative review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FF"/>
                </a:solidFill>
              </a:rPr>
              <a:t>questions@retab.com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F46E5"/>
                </a:solidFill>
              </a:rPr>
              <a:t>Retab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2026-06-11T05:09:35Z</dcterms:created>
  <dcterms:modified xsi:type="dcterms:W3CDTF">2026-06-11T05:09:35Z</dcterms:modified>
</cp:coreProperties>
</file>